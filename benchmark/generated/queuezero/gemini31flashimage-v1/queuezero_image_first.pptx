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xq:problem-hook:full_slide:image_first" descr="problem_hook.jpg"/>
          <p:cNvPicPr>
            <a:picLocks noChangeAspect="1"/>
          </p:cNvPicPr>
          <p:nvPr/>
        </p:nvPicPr>
        <p:blipFill>
          <a:blip r:embed="rId2"/>
          <a:srcRect l="388" r="388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xq:how-it-works:full_slide:image_first" descr="how_it_works.jpg"/>
          <p:cNvPicPr>
            <a:picLocks noChangeAspect="1"/>
          </p:cNvPicPr>
          <p:nvPr/>
        </p:nvPicPr>
        <p:blipFill>
          <a:blip r:embed="rId2"/>
          <a:srcRect l="388" r="388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xq:validation-traction:full_slide:image_first" descr="validation_traction.jpg"/>
          <p:cNvPicPr>
            <a:picLocks noChangeAspect="1"/>
          </p:cNvPicPr>
          <p:nvPr/>
        </p:nvPicPr>
        <p:blipFill>
          <a:blip r:embed="rId2"/>
          <a:srcRect l="388" r="388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