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_adapter_workspa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_adapter_workspa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xq:how-it-works:node_camera:shape"/>
          <p:cNvSpPr/>
          <p:nvPr/>
        </p:nvSpPr>
        <p:spPr>
          <a:xfrm>
            <a:off x="742474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</p:sp>
      <p:sp>
        <p:nvSpPr>
          <p:cNvPr id="3" name="oxq:how-it-works:node_camera:label"/>
          <p:cNvSpPr txBox="1"/>
          <p:nvPr/>
        </p:nvSpPr>
        <p:spPr>
          <a:xfrm>
            <a:off x="909798" y="3371614"/>
            <a:ext cx="8635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Camera feed</a:t>
            </a:r>
          </a:p>
        </p:txBody>
      </p:sp>
      <p:sp>
        <p:nvSpPr>
          <p:cNvPr id="4" name="oxq:how-it-works:node_queue_estimator:shape"/>
          <p:cNvSpPr/>
          <p:nvPr/>
        </p:nvSpPr>
        <p:spPr>
          <a:xfrm>
            <a:off x="2612708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</p:sp>
      <p:sp>
        <p:nvSpPr>
          <p:cNvPr id="5" name="oxq:how-it-works:node_queue_estimator:label"/>
          <p:cNvSpPr txBox="1"/>
          <p:nvPr/>
        </p:nvSpPr>
        <p:spPr>
          <a:xfrm>
            <a:off x="2780050" y="3371614"/>
            <a:ext cx="90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Queue length</a:t>
            </a:r>
          </a:p>
        </p:txBody>
      </p:sp>
      <p:sp>
        <p:nvSpPr>
          <p:cNvPr id="6" name="oxq:how-it-works:node_wait_predictor:shape"/>
          <p:cNvSpPr/>
          <p:nvPr/>
        </p:nvSpPr>
        <p:spPr>
          <a:xfrm>
            <a:off x="4483036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2563EB"/>
          </a:solidFill>
          <a:ln w="14288">
            <a:solidFill>
              <a:srgbClr val="2563EB"/>
            </a:solidFill>
          </a:ln>
        </p:spPr>
      </p:sp>
      <p:sp>
        <p:nvSpPr>
          <p:cNvPr id="7" name="oxq:how-it-works:node_wait_predictor:label"/>
          <p:cNvSpPr txBox="1"/>
          <p:nvPr/>
        </p:nvSpPr>
        <p:spPr>
          <a:xfrm>
            <a:off x="4650303" y="3371614"/>
            <a:ext cx="11208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Wait prediction</a:t>
            </a:r>
          </a:p>
        </p:txBody>
      </p:sp>
      <p:sp>
        <p:nvSpPr>
          <p:cNvPr id="8" name="oxq:how-it-works:node_decision:shape"/>
          <p:cNvSpPr/>
          <p:nvPr/>
        </p:nvSpPr>
        <p:spPr>
          <a:xfrm>
            <a:off x="6353270" y="2636234"/>
            <a:ext cx="1438656" cy="1536192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</p:sp>
      <p:sp>
        <p:nvSpPr>
          <p:cNvPr id="9" name="oxq:how-it-works:node_decision:label1"/>
          <p:cNvSpPr txBox="1"/>
          <p:nvPr/>
        </p:nvSpPr>
        <p:spPr>
          <a:xfrm>
            <a:off x="6492164" y="3191527"/>
            <a:ext cx="10309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Go now / choose</a:t>
            </a:r>
          </a:p>
        </p:txBody>
      </p:sp>
      <p:sp>
        <p:nvSpPr>
          <p:cNvPr id="10" name="oxq:how-it-works:node_decision:label2"/>
          <p:cNvSpPr txBox="1"/>
          <p:nvPr/>
        </p:nvSpPr>
        <p:spPr>
          <a:xfrm>
            <a:off x="6492164" y="3498765"/>
            <a:ext cx="117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another cafeteria</a:t>
            </a:r>
          </a:p>
        </p:txBody>
      </p:sp>
      <p:sp>
        <p:nvSpPr>
          <p:cNvPr id="11" name="oxq:how-it-works:connector_camera_queue:line"/>
          <p:cNvSpPr/>
          <p:nvPr/>
        </p:nvSpPr>
        <p:spPr>
          <a:xfrm>
            <a:off x="2181130" y="3404330"/>
            <a:ext cx="355378" cy="9525"/>
          </a:xfrm>
          <a:custGeom>
            <a:avLst/>
            <a:gdLst/>
            <a:ahLst/>
            <a:cxnLst/>
            <a:rect l="l" t="t" r="r" b="b"/>
            <a:pathLst>
              <a:path w="355378" h="9525">
                <a:moveTo>
                  <a:pt x="0" y="0"/>
                </a:moveTo>
                <a:lnTo>
                  <a:pt x="355378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12" name="oxq:how-it-works:connector_camera_queue:arrow"/>
          <p:cNvSpPr/>
          <p:nvPr/>
        </p:nvSpPr>
        <p:spPr>
          <a:xfrm>
            <a:off x="2526982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3" name="oxq:how-it-works:connector_queue_prediction:line"/>
          <p:cNvSpPr/>
          <p:nvPr/>
        </p:nvSpPr>
        <p:spPr>
          <a:xfrm>
            <a:off x="4051363" y="3404330"/>
            <a:ext cx="355473" cy="9525"/>
          </a:xfrm>
          <a:custGeom>
            <a:avLst/>
            <a:gdLst/>
            <a:ahLst/>
            <a:cxnLst/>
            <a:rect l="l" t="t" r="r" b="b"/>
            <a:pathLst>
              <a:path w="355473" h="9525">
                <a:moveTo>
                  <a:pt x="0" y="0"/>
                </a:moveTo>
                <a:lnTo>
                  <a:pt x="355473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14" name="oxq:how-it-works:connector_queue_prediction:arrow"/>
          <p:cNvSpPr/>
          <p:nvPr/>
        </p:nvSpPr>
        <p:spPr>
          <a:xfrm>
            <a:off x="4397312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5" name="oxq:how-it-works:connector_prediction_decision:line"/>
          <p:cNvSpPr/>
          <p:nvPr/>
        </p:nvSpPr>
        <p:spPr>
          <a:xfrm>
            <a:off x="5921692" y="3404330"/>
            <a:ext cx="355378" cy="9525"/>
          </a:xfrm>
          <a:custGeom>
            <a:avLst/>
            <a:gdLst/>
            <a:ahLst/>
            <a:cxnLst/>
            <a:rect l="l" t="t" r="r" b="b"/>
            <a:pathLst>
              <a:path w="355378" h="9525">
                <a:moveTo>
                  <a:pt x="0" y="0"/>
                </a:moveTo>
                <a:lnTo>
                  <a:pt x="355378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16" name="oxq:how-it-works:connector_prediction_decision:arrow"/>
          <p:cNvSpPr/>
          <p:nvPr/>
        </p:nvSpPr>
        <p:spPr>
          <a:xfrm>
            <a:off x="6267545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_master_adapter_workspace">
  <a:themeElements>
    <a:clrScheme name="ppt_master_adapter_workspa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_master_adapter_workspa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_adapter_workspa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2026-08-23T12:45:09Z</dcterms:created>
  <dcterms:modified xsi:type="dcterms:W3CDTF">2026-08-23T12:45:09Z</dcterms:modified>
  <cp:category/>
  <cp:contentStatus/>
</cp:coreProperties>
</file>