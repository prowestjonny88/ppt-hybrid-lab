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_master_adapter_workspac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_master_adapter_workspac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42474" y="2828258"/>
            <a:ext cx="1438656" cy="1152144"/>
          </a:xfrm>
          <a:prstGeom prst="roundRect">
            <a:avLst>
              <a:gd name="adj" fmla="val 9921"/>
            </a:avLst>
          </a:prstGeom>
          <a:solidFill>
            <a:srgbClr val="FFFFFF"/>
          </a:solidFill>
          <a:ln w="14288">
            <a:solidFill>
              <a:srgbClr val="D1D5DB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9798" y="3371614"/>
            <a:ext cx="8635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Camera feed</a:t>
            </a:r>
          </a:p>
        </p:txBody>
      </p:sp>
      <p:sp>
        <p:nvSpPr>
          <p:cNvPr id="4" name="Rectangle 4"/>
          <p:cNvSpPr/>
          <p:nvPr/>
        </p:nvSpPr>
        <p:spPr>
          <a:xfrm>
            <a:off x="2612708" y="2828258"/>
            <a:ext cx="1438656" cy="1152144"/>
          </a:xfrm>
          <a:prstGeom prst="roundRect">
            <a:avLst>
              <a:gd name="adj" fmla="val 9921"/>
            </a:avLst>
          </a:prstGeom>
          <a:solidFill>
            <a:srgbClr val="FFFFFF"/>
          </a:solidFill>
          <a:ln w="14288">
            <a:solidFill>
              <a:srgbClr val="D1D5D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2780050" y="3371614"/>
            <a:ext cx="9057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Queue length</a:t>
            </a:r>
          </a:p>
        </p:txBody>
      </p:sp>
      <p:sp>
        <p:nvSpPr>
          <p:cNvPr id="6" name="Rectangle 6"/>
          <p:cNvSpPr/>
          <p:nvPr/>
        </p:nvSpPr>
        <p:spPr>
          <a:xfrm>
            <a:off x="4483036" y="2828258"/>
            <a:ext cx="1438656" cy="1152144"/>
          </a:xfrm>
          <a:prstGeom prst="roundRect">
            <a:avLst>
              <a:gd name="adj" fmla="val 9921"/>
            </a:avLst>
          </a:prstGeom>
          <a:solidFill>
            <a:srgbClr val="2563EB"/>
          </a:solidFill>
          <a:ln w="14288">
            <a:solidFill>
              <a:srgbClr val="2563E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4650303" y="3371614"/>
            <a:ext cx="11208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Wait prediction</a:t>
            </a:r>
          </a:p>
        </p:txBody>
      </p:sp>
      <p:sp>
        <p:nvSpPr>
          <p:cNvPr id="8" name="Rectangle 8"/>
          <p:cNvSpPr/>
          <p:nvPr/>
        </p:nvSpPr>
        <p:spPr>
          <a:xfrm>
            <a:off x="6353270" y="2636234"/>
            <a:ext cx="1438656" cy="1536192"/>
          </a:xfrm>
          <a:prstGeom prst="roundRect">
            <a:avLst>
              <a:gd name="adj" fmla="val 7945"/>
            </a:avLst>
          </a:prstGeom>
          <a:solidFill>
            <a:srgbClr val="FFFFFF"/>
          </a:solidFill>
          <a:ln w="14288">
            <a:solidFill>
              <a:srgbClr val="D1D5DB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492164" y="3191527"/>
            <a:ext cx="103097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Go now / choose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92164" y="3498765"/>
            <a:ext cx="11774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another cafeteria</a:t>
            </a:r>
          </a:p>
        </p:txBody>
      </p:sp>
      <p:sp>
        <p:nvSpPr>
          <p:cNvPr id="11" name="Line 11"/>
          <p:cNvSpPr/>
          <p:nvPr/>
        </p:nvSpPr>
        <p:spPr>
          <a:xfrm>
            <a:off x="2181130" y="3404330"/>
            <a:ext cx="355378" cy="9525"/>
          </a:xfrm>
          <a:custGeom>
            <a:avLst/>
            <a:gdLst/>
            <a:ahLst/>
            <a:cxnLst/>
            <a:rect l="l" t="t" r="r" b="b"/>
            <a:pathLst>
              <a:path w="355378" h="9525">
                <a:moveTo>
                  <a:pt x="0" y="0"/>
                </a:moveTo>
                <a:lnTo>
                  <a:pt x="355378" y="0"/>
                </a:lnTo>
              </a:path>
            </a:pathLst>
          </a:custGeom>
          <a:noFill/>
          <a:ln w="23812">
            <a:solidFill>
              <a:srgbClr val="2563EB"/>
            </a:solidFill>
          </a:ln>
        </p:spPr>
      </p:sp>
      <p:sp>
        <p:nvSpPr>
          <p:cNvPr id="12" name="Polygon 12"/>
          <p:cNvSpPr/>
          <p:nvPr/>
        </p:nvSpPr>
        <p:spPr>
          <a:xfrm>
            <a:off x="2526982" y="3347180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0"/>
                </a:moveTo>
                <a:lnTo>
                  <a:pt x="85725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13" name="Line 13"/>
          <p:cNvSpPr/>
          <p:nvPr/>
        </p:nvSpPr>
        <p:spPr>
          <a:xfrm>
            <a:off x="4051363" y="3404330"/>
            <a:ext cx="355473" cy="9525"/>
          </a:xfrm>
          <a:custGeom>
            <a:avLst/>
            <a:gdLst/>
            <a:ahLst/>
            <a:cxnLst/>
            <a:rect l="l" t="t" r="r" b="b"/>
            <a:pathLst>
              <a:path w="355473" h="9525">
                <a:moveTo>
                  <a:pt x="0" y="0"/>
                </a:moveTo>
                <a:lnTo>
                  <a:pt x="355473" y="0"/>
                </a:lnTo>
              </a:path>
            </a:pathLst>
          </a:custGeom>
          <a:noFill/>
          <a:ln w="23812">
            <a:solidFill>
              <a:srgbClr val="2563EB"/>
            </a:solidFill>
          </a:ln>
        </p:spPr>
      </p:sp>
      <p:sp>
        <p:nvSpPr>
          <p:cNvPr id="14" name="Polygon 14"/>
          <p:cNvSpPr/>
          <p:nvPr/>
        </p:nvSpPr>
        <p:spPr>
          <a:xfrm>
            <a:off x="4397312" y="3347180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0"/>
                </a:moveTo>
                <a:lnTo>
                  <a:pt x="85725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15" name="Line 15"/>
          <p:cNvSpPr/>
          <p:nvPr/>
        </p:nvSpPr>
        <p:spPr>
          <a:xfrm>
            <a:off x="5921692" y="3404330"/>
            <a:ext cx="355378" cy="9525"/>
          </a:xfrm>
          <a:custGeom>
            <a:avLst/>
            <a:gdLst/>
            <a:ahLst/>
            <a:cxnLst/>
            <a:rect l="l" t="t" r="r" b="b"/>
            <a:pathLst>
              <a:path w="355378" h="9525">
                <a:moveTo>
                  <a:pt x="0" y="0"/>
                </a:moveTo>
                <a:lnTo>
                  <a:pt x="355378" y="0"/>
                </a:lnTo>
              </a:path>
            </a:pathLst>
          </a:custGeom>
          <a:noFill/>
          <a:ln w="23812">
            <a:solidFill>
              <a:srgbClr val="2563EB"/>
            </a:solidFill>
          </a:ln>
        </p:spPr>
      </p:sp>
      <p:sp>
        <p:nvSpPr>
          <p:cNvPr id="16" name="Polygon 16"/>
          <p:cNvSpPr/>
          <p:nvPr/>
        </p:nvSpPr>
        <p:spPr>
          <a:xfrm>
            <a:off x="6267545" y="3347180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0"/>
                </a:moveTo>
                <a:lnTo>
                  <a:pt x="85725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pt_master_adapter_workspace">
  <a:themeElements>
    <a:clrScheme name="ppt_master_adapter_workspa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_master_adapter_workspa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_master_adapter_workspa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2026-08-23T12:45:09Z</dcterms:created>
  <dcterms:modified xsi:type="dcterms:W3CDTF">2026-08-23T12:45:09Z</dcterms:modified>
  <cp:category/>
  <cp:contentStatus/>
</cp:coreProperties>
</file>